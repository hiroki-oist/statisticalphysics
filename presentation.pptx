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61AD-175C-4A25-8D11-DC33E55D5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6836D-C33E-408A-A625-B08A6AADC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8438F-EF25-432C-8C05-B1018773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D457B-B2BF-4BDF-A9AD-BA75916A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15560-20FB-4B38-BC3F-32EB43BD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7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284A-7902-4044-9699-6EBB66C3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4DBE-A078-4D1C-B8B2-C3F32B901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BC37-6993-419D-97C1-C28CC06F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9B2FC-D4EE-4C8D-BF12-CEC6146D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CCF23-EEE8-4718-AFB9-D4566D31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2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4AE1-A7F6-43E8-AEF9-338CE315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5E32C-4BD0-4FCA-A63D-AC23DC56C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5CC8-E3E8-403D-9495-8055F642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97516-4CBB-4FBC-84B3-AE2DD50E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F162F-91E2-47D3-BCBF-CE51EA0B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8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A569-1D3B-4121-BBFB-DBAA835D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6A026-4D3C-4F20-98E9-74DE85BC3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D9C6C-1DFC-40A1-879C-9A7E33ACA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E45E6-A0FC-41C2-9A66-908C058F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0B6D2-1641-4E41-9E77-947931BBB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39087-4943-4696-AB43-A5AADE45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9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9272-E24E-45C2-9D9C-3899945B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3A7BC-DB02-4804-92F0-1E6E0CEBC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08E80-24BD-4505-8E1E-FD3B14EAA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0392E-D404-4E20-9A08-A6C03B11B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E18D6-E36A-46C8-8D57-4D7C8C745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99D6C8-8A75-4B4B-9654-CC2A8DC3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02AF9-F9F3-4FF0-A736-D8C85ADB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17115-829F-4F64-8C49-D9755836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4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EFFF-2B33-4288-A264-0C20A05E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03D3D-069B-428F-973C-3FED322A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F983F-BD9D-4661-999B-3916AC2A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C409B-B854-40BA-ACF6-D38BE592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4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CA326-C83D-48B4-8EDC-15779A3FF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E01B5-6326-4EDF-9DD4-38EE6C61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C1725-DC1C-47B4-ACDA-BA81D941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4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8682-593E-4DAA-8768-3F235586C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DF022-5691-4732-8404-CB4D02C6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98FF4-329B-4010-9F7C-B69CC668B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8E28A-A91C-4D88-AD2F-AD824380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4C92-4602-4B8C-A916-0275BFEB5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1646A-5DAD-406A-BA9E-A32A10C5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4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3BF4-27AE-459D-8744-B37BA635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F99B5-2F2E-4860-BF4A-61E06EF49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9B1FD4-BE04-49CC-BF57-3063A8E28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CB702-D6BA-44CB-8E50-2E33A088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FC971-CF6E-4464-993B-58383B21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E491B-D27C-4C38-9988-57412350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8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DB6-4E07-4C8B-93DA-B3986B8C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2F60B-FAB9-437E-AE12-E8E0BB93C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056FB-CD4F-44CC-8A2C-1E4FB219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7BDA2-C71E-4CA5-8BBF-B2CC9189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664E2-5137-44F0-AA48-1EC3FD243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6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CB1B8-4DC2-4D31-AEFD-7269735D5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3AC2A-106F-40EC-A256-C5CC0D34E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BD12D-8B2E-46E4-8FE1-5358BE06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EB86-FACC-4A8A-BF27-635BFC0E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86275-FAD5-4201-94C1-C8BD26DF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7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F0FC7-FEE7-4DCF-9419-47F6513C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64B90-0CDE-45EA-B7C9-4CA28EBC0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47A3-5EB8-4C45-B0AA-66EAFE172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9BA3F-A6E5-4349-8645-9B5B1B7E55B7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B779-87CC-457D-A6C2-E48472512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B09C5-6B41-4B89-914A-73BCF50E3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453C7-AB82-458D-AC4A-592AD171D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6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CAEF-295C-40A6-9739-7806219BA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948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Laminar flow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Turbulent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7BA54-0135-4CBA-BEC4-AD3EA413F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7798"/>
            <a:ext cx="9144000" cy="1655762"/>
          </a:xfrm>
        </p:spPr>
        <p:txBody>
          <a:bodyPr/>
          <a:lstStyle/>
          <a:p>
            <a:r>
              <a:rPr lang="en-US" dirty="0"/>
              <a:t>OIST Ph.D. student</a:t>
            </a:r>
          </a:p>
          <a:p>
            <a:endParaRPr lang="en-US" dirty="0"/>
          </a:p>
          <a:p>
            <a:r>
              <a:rPr lang="en-US" dirty="0"/>
              <a:t>Hiroki Sawada</a:t>
            </a:r>
          </a:p>
        </p:txBody>
      </p:sp>
    </p:spTree>
    <p:extLst>
      <p:ext uri="{BB962C8B-B14F-4D97-AF65-F5344CB8AC3E}">
        <p14:creationId xmlns:p14="http://schemas.microsoft.com/office/powerpoint/2010/main" val="286153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4FF3-EC75-4308-A8B9-4B45581E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DBD09-C5D6-46C9-9BC8-447410C6C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5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Laminar flow and Turbulent 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Laminar flow and Turbulent flow</dc:title>
  <dc:creator>Hiroki Sawada</dc:creator>
  <cp:lastModifiedBy>Hiroki Sawada</cp:lastModifiedBy>
  <cp:revision>1</cp:revision>
  <dcterms:created xsi:type="dcterms:W3CDTF">2020-12-09T07:54:02Z</dcterms:created>
  <dcterms:modified xsi:type="dcterms:W3CDTF">2020-12-09T07:56:54Z</dcterms:modified>
</cp:coreProperties>
</file>